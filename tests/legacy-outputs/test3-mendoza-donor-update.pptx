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39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Donor Update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months of progress</a:t>
            </a:r>
            <a:endParaRPr lang="en-US" sz="5400" dirty="0"/>
          </a:p>
          <a:p>
            <a:pPr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Mendoza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640080" y="4937760"/>
            <a:ext cx="1371600" cy="45720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1C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Mendoza College of Business  ·  Q3 2026  ·  January–March</a:t>
            </a:r>
            <a:endParaRPr lang="en-US" sz="1400" dirty="0"/>
          </a:p>
        </p:txBody>
      </p:sp>
      <p:pic>
        <p:nvPicPr>
          <p:cNvPr id="6" name="Image 0" descr="/tmp/nd-assets/ndmark-gol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6960" y="6217920"/>
            <a:ext cx="15544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Mendoza College of Business  ·  Q3 2026 Donor Update</a:t>
            </a:r>
            <a:endParaRPr lang="en-US" sz="900" dirty="0"/>
          </a:p>
        </p:txBody>
      </p:sp>
      <p:pic>
        <p:nvPicPr>
          <p:cNvPr id="4" name="Image 0" descr="/tmp/nd-assets/ndmark-blu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9840" y="6355080"/>
            <a:ext cx="14630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 FROM THE DEAN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for staying with us.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2240280"/>
            <a:ext cx="8686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quarter, your support translated into specific things — a new fellowship in ethics and AI, three faculty hires across finance and management, and the renovation of the second-floor classroom block. The next pages share a few numbers and one student's story. Thank you for making this work possible.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46634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Dean [Name], Mendoza College of Business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Mendoza College of Business  ·  Q3 2026 Donor Update</a:t>
            </a:r>
            <a:endParaRPr lang="en-US" sz="900" dirty="0"/>
          </a:p>
        </p:txBody>
      </p:sp>
      <p:pic>
        <p:nvPicPr>
          <p:cNvPr id="4" name="Image 0" descr="/tmp/nd-assets/ndmark-blu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9840" y="6355080"/>
            <a:ext cx="14630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QUARTER, BY THE NUMBERS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your support went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548640" cy="36576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971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1,847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MBA, EMBA, and undergraduate students taught this quarter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2743200"/>
            <a:ext cx="548640" cy="36576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11" name="Text 8"/>
          <p:cNvSpPr/>
          <p:nvPr/>
        </p:nvSpPr>
        <p:spPr>
          <a:xfrm>
            <a:off x="4343400" y="2971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$3.2M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4343400" y="4526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fellowships and student support disbursed, an 18% increase year over year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0" y="2743200"/>
            <a:ext cx="548640" cy="36576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29718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6400" dirty="0"/>
          </a:p>
        </p:txBody>
      </p:sp>
      <p:sp>
        <p:nvSpPr>
          <p:cNvPr id="15" name="Text 12"/>
          <p:cNvSpPr/>
          <p:nvPr/>
        </p:nvSpPr>
        <p:spPr>
          <a:xfrm>
            <a:off x="8046720" y="4526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members supported by named professorships funded by donor giving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Mendoza College of Business  ·  Q3 2026 Donor Update</a:t>
            </a:r>
            <a:endParaRPr lang="en-US" sz="900" dirty="0"/>
          </a:p>
        </p:txBody>
      </p:sp>
      <p:pic>
        <p:nvPicPr>
          <p:cNvPr id="4" name="Image 0" descr="/tmp/nd-assets/ndmark-blu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9840" y="6355080"/>
            <a:ext cx="14630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STUDENT'S STORY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Chen, MBA '27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45720" cy="2560320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74320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"Without the Mendoza Fellowship, I'd be working full-time and taking one class at a time. Instead, I'm in the classroom every day and interning with a community development bank in South Bend."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7512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9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75120" y="31089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First-generation college graduate. Studied accounting at a regional state university before joining Mendoza. Recipient of the 2026 Mendoza Opportunity Fellowship, fully funded by donor giving.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39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graduation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50292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to return to her hometown in central Indiana to start a small business advisory practice serving Latino-owned businesses.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Mendoza College of Business  ·  Q3 2026 Donor Update</a:t>
            </a:r>
            <a:endParaRPr lang="en-US" sz="900" dirty="0"/>
          </a:p>
        </p:txBody>
      </p:sp>
      <p:pic>
        <p:nvPicPr>
          <p:cNvPr id="4" name="Image 0" descr="/tmp/nd-assets/ndmark-blu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49840" y="6355080"/>
            <a:ext cx="1463040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coming next quarter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9F1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5448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searches close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54480" y="2926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open searches in finance, management, and business analytics will conclude by June. Two are funded by named chairs established in the last two years.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9F1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54480" y="3840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Inaugural AI &amp; Ethics symposium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554480" y="42519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Mendoza will host the first cross-college symposium on AI in business education on May 12, with faculty from Mendoza, Engineering, and the Keough School.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5212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39F1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554480" y="51663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Fellowship applications open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554480" y="55778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for next year's Mendoza Opportunity Fellowships open April 1. Donor support has allowed us to expand the program from 18 to 24 fellows.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8000" dirty="0"/>
          </a:p>
        </p:txBody>
      </p:sp>
      <p:sp>
        <p:nvSpPr>
          <p:cNvPr id="3" name="Shape 1"/>
          <p:cNvSpPr/>
          <p:nvPr/>
        </p:nvSpPr>
        <p:spPr>
          <a:xfrm>
            <a:off x="5623560" y="2834640"/>
            <a:ext cx="914400" cy="45720"/>
          </a:xfrm>
          <a:prstGeom prst="rect">
            <a:avLst/>
          </a:prstGeom>
          <a:solidFill>
            <a:srgbClr val="D39F1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C1C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investment makes Notre Dame and the Mendoza College what they are.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Mendoza College of Business  ·  204 Mendoza Hall  ·  Notre Dame, IN 46556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1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advancement@mendoza.nd.edu</a:t>
            </a:r>
            <a:endParaRPr lang="en-US" sz="1200" dirty="0"/>
          </a:p>
        </p:txBody>
      </p:sp>
      <p:pic>
        <p:nvPicPr>
          <p:cNvPr id="6" name="Image 0" descr="/tmp/nd-assets/ndmark-gol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66360" y="5760720"/>
            <a:ext cx="1828800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Donor Update</dc:title>
  <dc:subject>PptxGenJS Presentation</dc:subject>
  <dc:creator>Mendoza College of Business</dc:creator>
  <cp:lastModifiedBy>Mendoza College of Business</cp:lastModifiedBy>
  <cp:revision>1</cp:revision>
  <dcterms:created xsi:type="dcterms:W3CDTF">2026-04-28T14:48:15Z</dcterms:created>
  <dcterms:modified xsi:type="dcterms:W3CDTF">2026-04-28T14:48:15Z</dcterms:modified>
</cp:coreProperties>
</file>